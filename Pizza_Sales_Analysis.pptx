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Most Ordered Pizza Types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Classic Deluxe</c:v>
                  </c:pt>
                  <c:pt idx="1">
                    <c:v>Barbecue Chicken</c:v>
                  </c:pt>
                  <c:pt idx="2">
                    <c:v>Hawaiian</c:v>
                  </c:pt>
                  <c:pt idx="3">
                    <c:v>Pepperoni</c:v>
                  </c:pt>
                  <c:pt idx="4">
                    <c:v>Thai Chicken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2453</c:v>
                </c:pt>
                <c:pt idx="1">
                  <c:v>2432</c:v>
                </c:pt>
                <c:pt idx="2">
                  <c:v>2422</c:v>
                </c:pt>
                <c:pt idx="3">
                  <c:v>2418</c:v>
                </c:pt>
                <c:pt idx="4">
                  <c:v>2371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Quantity by Pizza Category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Classic</c:v>
                  </c:pt>
                  <c:pt idx="1">
                    <c:v>Supreme</c:v>
                  </c:pt>
                  <c:pt idx="2">
                    <c:v>Veggie</c:v>
                  </c:pt>
                  <c:pt idx="3">
                    <c:v>Chicken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14888</c:v>
                </c:pt>
                <c:pt idx="1">
                  <c:v>11987</c:v>
                </c:pt>
                <c:pt idx="2">
                  <c:v>11649</c:v>
                </c:pt>
                <c:pt idx="3">
                  <c:v>11050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  <c:pt idx="12">
                    <c:v>22</c:v>
                  </c:pt>
                  <c:pt idx="13">
                    <c:v>23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</c:v>
                </c:pt>
                <c:pt idx="1">
                  <c:v>57</c:v>
                </c:pt>
                <c:pt idx="2">
                  <c:v>2520</c:v>
                </c:pt>
                <c:pt idx="3">
                  <c:v>2455</c:v>
                </c:pt>
                <c:pt idx="4">
                  <c:v>1802</c:v>
                </c:pt>
                <c:pt idx="5">
                  <c:v>1646</c:v>
                </c:pt>
                <c:pt idx="6">
                  <c:v>1568</c:v>
                </c:pt>
                <c:pt idx="7">
                  <c:v>1854</c:v>
                </c:pt>
                <c:pt idx="8">
                  <c:v>2399</c:v>
                </c:pt>
                <c:pt idx="9">
                  <c:v>2009</c:v>
                </c:pt>
                <c:pt idx="10">
                  <c:v>1642</c:v>
                </c:pt>
                <c:pt idx="11">
                  <c:v>1198</c:v>
                </c:pt>
                <c:pt idx="12">
                  <c:v>369</c:v>
                </c:pt>
                <c:pt idx="13">
                  <c:v>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Category-wise Distribution of Pizzas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Classic</c:v>
                  </c:pt>
                  <c:pt idx="1">
                    <c:v>Chicken</c:v>
                  </c:pt>
                  <c:pt idx="2">
                    <c:v>Supreme</c:v>
                  </c:pt>
                  <c:pt idx="3">
                    <c:v>Veggie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3 Pizza Types by Revenue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Thai Chicken</c:v>
                  </c:pt>
                  <c:pt idx="1">
                    <c:v>Barbecue Chicken</c:v>
                  </c:pt>
                  <c:pt idx="2">
                    <c:v>California Chicken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43434</c:v>
                </c:pt>
                <c:pt idx="1">
                  <c:v>42768</c:v>
                </c:pt>
                <c:pt idx="2">
                  <c:v>41409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 Contribution by Category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D0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Classic</c:v>
                  </c:pt>
                  <c:pt idx="1">
                    <c:v>Supreme</c:v>
                  </c:pt>
                  <c:pt idx="2">
                    <c:v>Chicken</c:v>
                  </c:pt>
                  <c:pt idx="3">
                    <c:v>Veggie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26.91</c:v>
                </c:pt>
                <c:pt idx="1">
                  <c:v>25.46</c:v>
                </c:pt>
                <c:pt idx="2">
                  <c:v>23.96</c:v>
                </c:pt>
                <c:pt idx="3">
                  <c:v>23.68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($)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70405</c:v>
                </c:pt>
                <c:pt idx="1">
                  <c:v>140250</c:v>
                </c:pt>
                <c:pt idx="2">
                  <c:v>208900</c:v>
                </c:pt>
                <c:pt idx="3">
                  <c:v>273780</c:v>
                </c:pt>
                <c:pt idx="4">
                  <c:v>340990</c:v>
                </c:pt>
                <c:pt idx="5">
                  <c:v>408100</c:v>
                </c:pt>
                <c:pt idx="6">
                  <c:v>476250</c:v>
                </c:pt>
                <c:pt idx="7">
                  <c:v>539610</c:v>
                </c:pt>
                <c:pt idx="8">
                  <c:v>605800</c:v>
                </c:pt>
                <c:pt idx="9">
                  <c:v>672000</c:v>
                </c:pt>
                <c:pt idx="10">
                  <c:v>742300</c:v>
                </c:pt>
                <c:pt idx="11">
                  <c:v>817860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005840"/>
            <a:ext cx="29260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 Patterns, Customer Preferences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Business Insights from Pizza Hut Sales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D03F"/>
                </a:solidFill>
              </a:rPr>
              <a:t>21,350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402336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D03F"/>
                </a:solidFill>
              </a:rPr>
              <a:t>$817K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6060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402336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D03F"/>
                </a:solidFill>
              </a:rPr>
              <a:t>13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7548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SQL Queries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03720" y="402336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4041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D03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037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Pizza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BC9C"/>
                </a:solidFill>
              </a:rPr>
              <a:t>PROJECT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We Set Out to Discover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📊 Revenue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282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Measure total revenue generated and identify top-earning pizza types and categories.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🕐 Order Trends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282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Understand peak ordering hours and daily order volumes throughout the year.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🍕 Menu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352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Identify which pizza sizes and types are most popular among customers.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532888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📈 Growth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9352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Analyze cumulative revenue growth trends over 12 months.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🏆 Category Ranking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422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Rank pizza types within each category to guide menu strategy.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39896"/>
            <a:ext cx="4114800" cy="1051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🔍 Data Overview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41422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</a:rPr>
              <a:t>Explore schema design and SQL query techniques across basic to advanced levels.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7E22"/>
                </a:solidFill>
              </a:rPr>
              <a:t>DATABASE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Tables &amp;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600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order_id (PK)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order_date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59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order_time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1600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25880"/>
            <a:ext cx="402336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ORDER_DETAILS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order_details_id (PK)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12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order_id (FK)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459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pizza_id (FK)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07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quantity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023360" cy="1600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54680"/>
            <a:ext cx="40233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PIZZAS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pizza_id (PK)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41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pizza_type_id (FK)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88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size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36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price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023360" cy="1600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154680"/>
            <a:ext cx="4023360" cy="38404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PIZZA_TYPES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pizza_type_id (PK)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41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88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category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636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  ▸  ingredients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</a:rPr>
              <a:t>🔗  orders → order_details → pizzas → pizza_types  (Star Schema Design)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Number of Orders Placed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Retrieve the total count of all orders placed.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7863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COUNT(order_id) AS total_orders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8412480" cy="28300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221992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203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0A0B0"/>
                </a:solidFill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542032"/>
            <a:ext cx="8229600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</a:rPr>
              <a:t>21,350 Orders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Revenue from Pizza Sales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Calculate the total revenue generated from all pizza sales.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ROUND(SUM(od.quantity * p.price),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od.pizza_id = p.pizza_id;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8412480" cy="231800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34056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715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0A0B0"/>
                </a:solidFill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054096"/>
            <a:ext cx="8229600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</a:rPr>
              <a:t>$817,860.05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Highest-Priced Pizza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Identify the most expensive pizza on the menu.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pt.name, p.price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pizza_types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p.pizza_type_id = pt.pizza_type_id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 LIMIT 1;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8412480" cy="231800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34056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715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0A0B0"/>
                </a:solidFill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054096"/>
            <a:ext cx="8229600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</a:rPr>
              <a:t>The Greek Pizza — $35.95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Most Common Pizza Size Ordered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Identify which pizza size is ordered the most.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p.size, COUNT(od.order_details_id) AS total_orders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p.pizza_id = od.pizza_id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p.size ORDER BY total_orders DESC LIMIT 1;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8412480" cy="231800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34056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715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0A0B0"/>
                </a:solidFill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054096"/>
            <a:ext cx="8229600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</a:rPr>
              <a:t>Large (L) — 18,956 orders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5 Most Ordered Pizza Types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List the 5 most ordered pizza types by total quantity.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pt.name, SUM(od.quantity) AS Qty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p.pizza_id = od.pizza_id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ON pt.pizza_type_id = p.pizza_type_id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pt.name ORDER BY qty DESC LIMIT 5;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2807208"/>
          <a:ext cx="8412480" cy="20619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Quantity by Pizza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Find the total quantity ordered for each pizza category.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pt.category, SUM(od.quantity) AS total_qty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od.pizza_id = p.pizza_id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ON p.pizza_type_id = pt.pizza_type_id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pt.category ORDER BY total_qty DESC;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2807208"/>
          <a:ext cx="8412480" cy="20619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Distribution of Orders by Hour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Determine how orders are distributed across different hours of the 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HOUR(order_time) AS order_hour,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COUNT(order_id) AS order_count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HOUR(order_time);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2551176"/>
          <a:ext cx="8412480" cy="23180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Category-wise Distribution of Pizzas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Count the number of pizza types in each category.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10424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 COUNT(name)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pizza_types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2295144"/>
          <a:ext cx="8412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Average Pizzas Ordered Per Day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Calculate the average number of pizzas ordered each 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ROUND(AVG(total_qty_ordered),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avg_pizza_per_day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o.order_date,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SUM(od.quantity) AS total_qty_ordered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 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order_details od ON o.order_id = od.order_id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o.order_date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order_qty;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64408"/>
            <a:ext cx="8412480" cy="16047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447288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0A0B0"/>
                </a:solidFill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767328"/>
            <a:ext cx="822960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</a:rPr>
              <a:t>138 Pizzas / Day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3 Pizza Types by Revenue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Find the top 3 pizza types that generate the most revenue.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ROUND(SUM(od.quantity * p.price), 0) AS total_revenue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od.pizza_id = p.pizza_id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ON p.pizza_type_id = pt.pizza_type_id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pt.name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total_revenue DESC LIMIT 3;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3264408"/>
          <a:ext cx="8412480" cy="16047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% Contribution by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Calculate each pizza category's percentage contribution to total revenue.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pt.category,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ROUND(SUM(od.quantity * p.price)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(SELECT SUM(od2.quantity * p2.price)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FROM order_details od2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JOIN pizzas p2 ON od2.pizza_id = p2.pizza_id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* 100, 2) AS percent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pizzas p ON od.pizza_id = p.pizza_id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ON p.pizza_type_id = pt.pizza_type_id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pt.category ORDER BY percent DESC;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3264408"/>
          <a:ext cx="8412480" cy="16047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Revenue Over Time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Analyze the running total of revenue generated day by 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SUM(revenue) OVER (ORDER BY order_date)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cum_revenue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o.order_date,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ROUND(SUM(od.quantity * p.price), 0) AS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ON od.pizza_id = p.pizza_id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orders o ON o.order_id = od.order_id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o.order_date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sales;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3264408"/>
          <a:ext cx="8412480" cy="16047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3 Pizzas by Revenue per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B0"/>
                </a:solidFill>
              </a:rPr>
              <a:t>Problem: For each pizza category, find the top 3 pizza types by revenue using RANK().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A0B0"/>
                </a:solidFill>
              </a:rPr>
              <a:t>SQL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name, category,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revenue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pt.category, pt.name,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ROUND(SUM(od.quantity * p.price),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order_details 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pizzas p ON od.pizza_id = p.pizza_id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pizza_types pt ON pt.pizza_type_id = p.pizza_type_id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pt.name, pt.category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 WHERE rnk &lt;= 3;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64408"/>
          <a:ext cx="6035040" cy="1604772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731520"/>
                <a:gridCol w="1371600"/>
              </a:tblGrid>
              <a:tr h="1234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Pizza 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Thai 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$43,434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Barbecue 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$42,768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California Chicken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$41,409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Classic Deluxe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$38,181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Hawaiian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$32,273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Pepperoni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$30,161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Spicy Italian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$34,831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Italian Supreme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$33,476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Supreme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Sicilian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$30,940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Four Cheese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$32,266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Mexicana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$26,780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Veggie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Five Cheese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D03F"/>
                          </a:solidFill>
                        </a:rPr>
                        <a:t>$26,066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D03F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the Data Tells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081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3533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Large size pizzas dominate with ~45% of all orders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1762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225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267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Peak ordering hours are 12 PM–1 PM and 6 PM–7 PM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30906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31821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Chicken category leads revenue despite fewer menu items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65760" y="40050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15137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4096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All 4 categories are nearly equal in revenue share (~25% each)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12618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40817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21808" y="13533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Revenue grew consistently throughout the year, reaching $817K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754880" y="21762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322576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21808" y="2267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Thai Chicken is the single highest revenue-generating pizza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754880" y="3090672"/>
            <a:ext cx="411480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236976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21808" y="31821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</a:rPr>
              <a:t>Average of 138 pizzas ordered per day across the year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AE60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Summary &amp;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167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📌 SQL Proficiency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Demonstrated use of JOINs, GROUP BY, subqueries, window functions (RANK, SUM OVER), and aggregations across a real-world multi-table schema.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494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💡 Business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560320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Revenue and order analysis provides direct input for pricing, menu optimization, promotions, and staffing decisions during peak hours.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841248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27248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🎯 Data-Driven Decisions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49300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Findings like the dominance of Large size, peak noon &amp; evening hours, and Chicken category revenue leadership can guide strategic business planning.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59936"/>
            <a:ext cx="8412480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59936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</a:rPr>
              <a:t>🚀 Next Steps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425696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Add customer segmentation, geographic analysis, and Power BI / Tableau dashboards for interactive visual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922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54864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B0"/>
                </a:solidFill>
              </a:rPr>
              <a:t>Pizza Sales Analysis  |  SQL Project  |  Data Analytics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88720" y="3931920"/>
            <a:ext cx="14630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</a:rPr>
              <a:t>21,350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Orders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17520" y="3931920"/>
            <a:ext cx="14630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</a:rPr>
              <a:t>$817K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17520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Revenue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3931920"/>
            <a:ext cx="14630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</a:rPr>
              <a:t>138/day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46320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Daily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0" y="3931920"/>
            <a:ext cx="14630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950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</a:rPr>
              <a:t>13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75120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Queries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Analysis</dc:title>
  <dc:subject>PptxGenJS Presentation</dc:subject>
  <dc:creator>Jay</dc:creator>
  <cp:lastModifiedBy>Jay</cp:lastModifiedBy>
  <cp:revision>1</cp:revision>
  <dcterms:created xsi:type="dcterms:W3CDTF">2026-04-24T19:55:15Z</dcterms:created>
  <dcterms:modified xsi:type="dcterms:W3CDTF">2026-04-24T19:55:15Z</dcterms:modified>
</cp:coreProperties>
</file>